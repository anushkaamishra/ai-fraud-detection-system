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015D87-7C92-4DAA-9691-32BB20A4925F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8C557-4853-43F4-8D70-42219A1FE9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842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D8B9E-6159-49D2-9FB1-6CF481E85E2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1920-E1DE-4395-BDF0-B49ED0E396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76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D8B9E-6159-49D2-9FB1-6CF481E85E2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1920-E1DE-4395-BDF0-B49ED0E396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097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D8B9E-6159-49D2-9FB1-6CF481E85E2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1920-E1DE-4395-BDF0-B49ED0E396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934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D8B9E-6159-49D2-9FB1-6CF481E85E2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1920-E1DE-4395-BDF0-B49ED0E396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538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D8B9E-6159-49D2-9FB1-6CF481E85E2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1920-E1DE-4395-BDF0-B49ED0E396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5212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D8B9E-6159-49D2-9FB1-6CF481E85E2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1920-E1DE-4395-BDF0-B49ED0E396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282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D8B9E-6159-49D2-9FB1-6CF481E85E2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1920-E1DE-4395-BDF0-B49ED0E396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668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D8B9E-6159-49D2-9FB1-6CF481E85E2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1920-E1DE-4395-BDF0-B49ED0E396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371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D8B9E-6159-49D2-9FB1-6CF481E85E2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1920-E1DE-4395-BDF0-B49ED0E396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758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D8B9E-6159-49D2-9FB1-6CF481E85E2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1920-E1DE-4395-BDF0-B49ED0E396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45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D8B9E-6159-49D2-9FB1-6CF481E85E2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1920-E1DE-4395-BDF0-B49ED0E396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2985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D8B9E-6159-49D2-9FB1-6CF481E85E2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1920-E1DE-4395-BDF0-B49ED0E396B2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7065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D8B9E-6159-49D2-9FB1-6CF481E85E2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1920-E1DE-4395-BDF0-B49ED0E396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944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D8B9E-6159-49D2-9FB1-6CF481E85E2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1920-E1DE-4395-BDF0-B49ED0E396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5581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D8B9E-6159-49D2-9FB1-6CF481E85E2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1920-E1DE-4395-BDF0-B49ED0E396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4709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D8B9E-6159-49D2-9FB1-6CF481E85E2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1920-E1DE-4395-BDF0-B49ED0E396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3023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D8B9E-6159-49D2-9FB1-6CF481E85E2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C1920-E1DE-4395-BDF0-B49ED0E396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491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A9D8B9E-6159-49D2-9FB1-6CF481E85E2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C1920-E1DE-4395-BDF0-B49ED0E396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5320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c/3.0/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fintelegram.com/allied-wallet-case-two-plead-guilty-in-150-million-bank-fraud-conspiracy-involving-high-risk-payment-processing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A9F12-934E-9CD1-6F46-19BE343FB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11277"/>
            <a:ext cx="9144000" cy="1961537"/>
          </a:xfrm>
        </p:spPr>
        <p:txBody>
          <a:bodyPr>
            <a:normAutofit/>
          </a:bodyPr>
          <a:lstStyle/>
          <a:p>
            <a:r>
              <a:rPr lang="en-IN" sz="4800" b="1"/>
              <a:t>AI-Powered Financial Fraud Detection System</a:t>
            </a:r>
            <a:endParaRPr lang="en-IN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EBEF54-5494-8B64-3B1F-2CDF4B8BB8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5741" y="3718644"/>
            <a:ext cx="9144000" cy="3343786"/>
          </a:xfrm>
        </p:spPr>
        <p:txBody>
          <a:bodyPr>
            <a:normAutofit/>
          </a:bodyPr>
          <a:lstStyle/>
          <a:p>
            <a:r>
              <a:rPr lang="en-IN" b="1"/>
              <a:t>Submitted By:</a:t>
            </a:r>
            <a:br>
              <a:rPr lang="en-IN"/>
            </a:br>
            <a:r>
              <a:rPr lang="en-IN" b="1"/>
              <a:t>Anushkaa Mishra</a:t>
            </a:r>
            <a:endParaRPr lang="en-IN"/>
          </a:p>
          <a:p>
            <a:r>
              <a:rPr lang="en-IN" b="1"/>
              <a:t>Internship:</a:t>
            </a:r>
            <a:r>
              <a:rPr lang="en-IN"/>
              <a:t> IBM-PBEL Internship(Batch 3)(GENERATIVE AI)</a:t>
            </a:r>
          </a:p>
          <a:p>
            <a:r>
              <a:rPr lang="en-IN" b="1"/>
              <a:t>Technology Used:</a:t>
            </a:r>
            <a:r>
              <a:rPr lang="en-IN"/>
              <a:t> Python | Machine Learning | Streamlit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353910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0C04597-B8C3-0B3F-8F1D-C68E152B37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093992" y="1640754"/>
            <a:ext cx="5449889" cy="3576489"/>
          </a:xfrm>
          <a:prstGeom prst="rect">
            <a:avLst/>
          </a:prstGeom>
          <a:effectLst/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C1F649-E3EA-6D07-1C10-316F8B78392C}"/>
              </a:ext>
            </a:extLst>
          </p:cNvPr>
          <p:cNvSpPr txBox="1"/>
          <p:nvPr/>
        </p:nvSpPr>
        <p:spPr>
          <a:xfrm>
            <a:off x="648931" y="1066800"/>
            <a:ext cx="4166509" cy="5157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1300" b="1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                                                 </a:t>
            </a:r>
            <a:r>
              <a:rPr lang="en-US" sz="2400" b="1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Introduction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en-US" sz="1300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sz="1300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Financial fraud is increasing rapidly due to online banking and digital transactions. 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Traditional fraud detection methods are slow and less efficient. 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Artificial Intelligence (AI) and Machine Learning (ML) help detect fraudulent transactions automatically. 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This project uses a Random Forest Machine Learning algorithm to identify fraud. 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sz="1300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sz="1300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10A7B2-4D63-2898-4F72-9134C1CD71F1}"/>
              </a:ext>
            </a:extLst>
          </p:cNvPr>
          <p:cNvSpPr txBox="1"/>
          <p:nvPr/>
        </p:nvSpPr>
        <p:spPr>
          <a:xfrm>
            <a:off x="8834486" y="5017188"/>
            <a:ext cx="2709395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N" sz="700">
                <a:solidFill>
                  <a:srgbClr val="FFFFFF"/>
                </a:solidFill>
                <a:hlinkClick r:id="rId7" tooltip="https://fintelegram.com/allied-wallet-case-two-plead-guilty-in-150-million-bank-fraud-conspiracy-involving-high-risk-payment-processing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N" sz="700">
                <a:solidFill>
                  <a:srgbClr val="FFFFFF"/>
                </a:solidFill>
              </a:rPr>
              <a:t> by Unknown Author is licensed under </a:t>
            </a:r>
            <a:r>
              <a:rPr lang="en-IN" sz="700">
                <a:solidFill>
                  <a:srgbClr val="FFFFFF"/>
                </a:solidFill>
                <a:hlinkClick r:id="rId8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en-IN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6919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0B28BB-598D-C531-70DC-0B07DC116848}"/>
              </a:ext>
            </a:extLst>
          </p:cNvPr>
          <p:cNvSpPr txBox="1"/>
          <p:nvPr/>
        </p:nvSpPr>
        <p:spPr>
          <a:xfrm>
            <a:off x="863600" y="904240"/>
            <a:ext cx="9215120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      </a:t>
            </a:r>
            <a:r>
              <a:rPr lang="en-IN" sz="3600" b="1" dirty="0"/>
              <a:t>Problem Statement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 Millions of financial transactions occur daily. </a:t>
            </a:r>
          </a:p>
          <a:p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Manual fraud detection is difficult.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Fraud causes huge financial losses.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An intelligent automated system is needed to detect fraudulent transactions accurately.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930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347EA9-3908-93C9-535A-A26214DE7D79}"/>
              </a:ext>
            </a:extLst>
          </p:cNvPr>
          <p:cNvSpPr txBox="1"/>
          <p:nvPr/>
        </p:nvSpPr>
        <p:spPr>
          <a:xfrm>
            <a:off x="731520" y="365760"/>
            <a:ext cx="96012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      </a:t>
            </a:r>
          </a:p>
          <a:p>
            <a:r>
              <a:rPr lang="en-IN" b="1" dirty="0"/>
              <a:t>                                                       </a:t>
            </a:r>
            <a:r>
              <a:rPr lang="en-IN" sz="3600" b="1" dirty="0"/>
              <a:t>Objectives</a:t>
            </a:r>
          </a:p>
          <a:p>
            <a:endParaRPr lang="en-IN" sz="3600" dirty="0"/>
          </a:p>
          <a:p>
            <a:endParaRPr lang="en-IN" dirty="0"/>
          </a:p>
          <a:p>
            <a:endParaRPr lang="en-IN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Develop an AI-based fraud detection system.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Detect fraudulent credit card transactions.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Improve accuracy using Machine Learning.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Build a user-friendly web application.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/>
              <a:t>Reduce financial losses.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3360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DAFB6-DFD4-9E87-B94F-5DBC34C52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Technologies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FB2D5-AABE-2AB7-7A0C-8C66F3862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Technology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1CED8E-E732-7F08-6D3A-D6AC628D3AD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/>
              <a:t>Python</a:t>
            </a:r>
          </a:p>
          <a:p>
            <a:r>
              <a:rPr lang="en-IN" dirty="0"/>
              <a:t>Pandas</a:t>
            </a:r>
          </a:p>
          <a:p>
            <a:r>
              <a:rPr lang="en-IN" dirty="0"/>
              <a:t>Scikit-learn</a:t>
            </a:r>
          </a:p>
          <a:p>
            <a:r>
              <a:rPr lang="en-IN" dirty="0" err="1"/>
              <a:t>Streamlit</a:t>
            </a:r>
            <a:endParaRPr lang="en-IN" dirty="0"/>
          </a:p>
          <a:p>
            <a:r>
              <a:rPr lang="en-IN" dirty="0" err="1"/>
              <a:t>Joblib</a:t>
            </a:r>
            <a:endParaRPr lang="en-IN" dirty="0"/>
          </a:p>
          <a:p>
            <a:r>
              <a:rPr lang="en-IN" dirty="0"/>
              <a:t>VS Code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9F6FC-6580-52B5-7031-6C52072CCE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b="1" dirty="0"/>
              <a:t>Purpose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962332-1285-C703-C362-B45A9B0EA76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IN" dirty="0"/>
              <a:t>Programming language</a:t>
            </a:r>
          </a:p>
          <a:p>
            <a:r>
              <a:rPr lang="en-IN" dirty="0"/>
              <a:t>Data processing</a:t>
            </a:r>
          </a:p>
          <a:p>
            <a:r>
              <a:rPr lang="en-IN" dirty="0"/>
              <a:t>Machine learning </a:t>
            </a:r>
          </a:p>
          <a:p>
            <a:r>
              <a:rPr lang="en-IN" dirty="0"/>
              <a:t>Web application</a:t>
            </a:r>
          </a:p>
          <a:p>
            <a:r>
              <a:rPr lang="en-IN" dirty="0"/>
              <a:t>Model saving</a:t>
            </a:r>
          </a:p>
          <a:p>
            <a:r>
              <a:rPr lang="en-IN" dirty="0"/>
              <a:t>Development environment</a:t>
            </a:r>
          </a:p>
        </p:txBody>
      </p:sp>
    </p:spTree>
    <p:extLst>
      <p:ext uri="{BB962C8B-B14F-4D97-AF65-F5344CB8AC3E}">
        <p14:creationId xmlns:p14="http://schemas.microsoft.com/office/powerpoint/2010/main" val="160215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7213BDD-59C6-A4D5-EC1C-CB125232CF32}"/>
              </a:ext>
            </a:extLst>
          </p:cNvPr>
          <p:cNvSpPr txBox="1"/>
          <p:nvPr/>
        </p:nvSpPr>
        <p:spPr>
          <a:xfrm>
            <a:off x="355600" y="314960"/>
            <a:ext cx="978408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System Workflow</a:t>
            </a:r>
          </a:p>
          <a:p>
            <a:pPr algn="ctr"/>
            <a:endParaRPr lang="en-IN" sz="2400" b="1" dirty="0"/>
          </a:p>
          <a:p>
            <a:pPr algn="ctr"/>
            <a:r>
              <a:rPr lang="en-IN" sz="2400" b="1" dirty="0"/>
              <a:t>Project Workflow</a:t>
            </a:r>
            <a:endParaRPr lang="en-IN" sz="2400" dirty="0"/>
          </a:p>
          <a:p>
            <a:r>
              <a:rPr lang="en-IN" sz="1600" dirty="0"/>
              <a:t>Credit Card Dataset</a:t>
            </a:r>
          </a:p>
          <a:p>
            <a:r>
              <a:rPr lang="en-IN" sz="1600" dirty="0"/>
              <a:t>        ↓</a:t>
            </a:r>
          </a:p>
          <a:p>
            <a:r>
              <a:rPr lang="en-IN" sz="1600" dirty="0"/>
              <a:t>Data Preprocessing</a:t>
            </a:r>
          </a:p>
          <a:p>
            <a:r>
              <a:rPr lang="en-IN" sz="1600" dirty="0"/>
              <a:t>        ↓</a:t>
            </a:r>
          </a:p>
          <a:p>
            <a:r>
              <a:rPr lang="en-IN" sz="1600" dirty="0"/>
              <a:t>Feature Selection</a:t>
            </a:r>
          </a:p>
          <a:p>
            <a:r>
              <a:rPr lang="en-IN" sz="1600" dirty="0"/>
              <a:t>        ↓</a:t>
            </a:r>
          </a:p>
          <a:p>
            <a:r>
              <a:rPr lang="en-IN" sz="1600" dirty="0"/>
              <a:t>Random Forest Training</a:t>
            </a:r>
          </a:p>
          <a:p>
            <a:r>
              <a:rPr lang="en-IN" sz="1600" dirty="0"/>
              <a:t>        ↓</a:t>
            </a:r>
          </a:p>
          <a:p>
            <a:r>
              <a:rPr lang="en-IN" sz="1600" dirty="0"/>
              <a:t>Model Saved (.</a:t>
            </a:r>
            <a:r>
              <a:rPr lang="en-IN" sz="1600" dirty="0" err="1"/>
              <a:t>pkl</a:t>
            </a:r>
            <a:r>
              <a:rPr lang="en-IN" sz="1600" dirty="0"/>
              <a:t>)</a:t>
            </a:r>
          </a:p>
          <a:p>
            <a:r>
              <a:rPr lang="en-IN" sz="1600" dirty="0"/>
              <a:t>        ↓</a:t>
            </a:r>
          </a:p>
          <a:p>
            <a:r>
              <a:rPr lang="en-IN" sz="1600" dirty="0" err="1"/>
              <a:t>Streamlit</a:t>
            </a:r>
            <a:r>
              <a:rPr lang="en-IN" sz="1600" dirty="0"/>
              <a:t> Web App</a:t>
            </a:r>
          </a:p>
          <a:p>
            <a:r>
              <a:rPr lang="en-IN" sz="1600" dirty="0"/>
              <a:t>        ↓</a:t>
            </a:r>
          </a:p>
          <a:p>
            <a:r>
              <a:rPr lang="en-IN" sz="1600" dirty="0"/>
              <a:t>Fraud Prediction</a:t>
            </a:r>
          </a:p>
          <a:p>
            <a:endParaRPr lang="en-IN" sz="1600" dirty="0"/>
          </a:p>
          <a:p>
            <a:r>
              <a:rPr lang="en-IN" sz="2000" b="1" dirty="0"/>
              <a:t>Explanation:</a:t>
            </a:r>
            <a:br>
              <a:rPr lang="en-IN" sz="1600" dirty="0"/>
            </a:br>
            <a:r>
              <a:rPr lang="en-IN" sz="1600" dirty="0"/>
              <a:t>The system first loads the credit card transaction dataset and preprocesses the data. The Random Forest machine learning model is then trained and saved as a </a:t>
            </a:r>
            <a:r>
              <a:rPr lang="en-IN" dirty="0"/>
              <a:t>.</a:t>
            </a:r>
            <a:r>
              <a:rPr lang="en-IN" dirty="0" err="1"/>
              <a:t>pkl</a:t>
            </a:r>
            <a:r>
              <a:rPr lang="en-IN" sz="1600" dirty="0"/>
              <a:t> file. Finally, the </a:t>
            </a:r>
            <a:r>
              <a:rPr lang="en-IN" sz="1600" dirty="0" err="1"/>
              <a:t>Streamlit</a:t>
            </a:r>
            <a:r>
              <a:rPr lang="en-IN" sz="1600" dirty="0"/>
              <a:t> web application loads the trained model and predicts whether a transaction is </a:t>
            </a:r>
            <a:r>
              <a:rPr lang="en-IN" sz="1600" b="1" dirty="0"/>
              <a:t>genuine</a:t>
            </a:r>
            <a:r>
              <a:rPr lang="en-IN" sz="1600" dirty="0"/>
              <a:t> or </a:t>
            </a:r>
            <a:r>
              <a:rPr lang="en-IN" sz="1600" b="1" dirty="0"/>
              <a:t>fraudulent</a:t>
            </a:r>
            <a:r>
              <a:rPr lang="en-IN" sz="1600" dirty="0"/>
              <a:t> based on the user's input.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4718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4E8666-7022-3EB7-2F2F-AA74DA0ED02D}"/>
              </a:ext>
            </a:extLst>
          </p:cNvPr>
          <p:cNvSpPr txBox="1"/>
          <p:nvPr/>
        </p:nvSpPr>
        <p:spPr>
          <a:xfrm>
            <a:off x="406400" y="497840"/>
            <a:ext cx="9601200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AI Model</a:t>
            </a:r>
          </a:p>
          <a:p>
            <a:pPr algn="ctr"/>
            <a:endParaRPr lang="en-IN" b="1" dirty="0"/>
          </a:p>
          <a:p>
            <a:pPr algn="ctr"/>
            <a:r>
              <a:rPr lang="en-IN" sz="2400" b="1" dirty="0"/>
              <a:t>Machine Learning Algorithm – Random Forest Classifier</a:t>
            </a:r>
          </a:p>
          <a:p>
            <a:endParaRPr lang="en-IN" sz="2000" b="1" dirty="0"/>
          </a:p>
          <a:p>
            <a:r>
              <a:rPr lang="en-IN" sz="2000" b="1" dirty="0"/>
              <a:t>Why Random Forest?</a:t>
            </a:r>
          </a:p>
          <a:p>
            <a:endParaRPr lang="en-IN" sz="2000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High prediction accuracy.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Handles large datasets efficiently.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Reduces overfitting by combining multiple decision trees.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Provides fast and reliable fraud detection.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Suitable for binary classification problems (Fraud or Genuine).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r>
              <a:rPr lang="en-IN" sz="2000" b="1" dirty="0"/>
              <a:t>Working of the Model</a:t>
            </a:r>
          </a:p>
          <a:p>
            <a:endParaRPr lang="en-IN" sz="2000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The credit card transaction dataset is divided into training and testing data.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The Random Forest algorithm learns patterns from historical transactions.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Multiple decision trees are created during training.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Each tree predicts whether a transaction is genuine or fraudulent.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The final prediction is based on the majority vote of all decision trees.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0279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77113B-C0A1-783C-2FD7-6383789B5022}"/>
              </a:ext>
            </a:extLst>
          </p:cNvPr>
          <p:cNvSpPr txBox="1"/>
          <p:nvPr/>
        </p:nvSpPr>
        <p:spPr>
          <a:xfrm>
            <a:off x="0" y="-172720"/>
            <a:ext cx="979424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Project Implementation</a:t>
            </a:r>
          </a:p>
          <a:p>
            <a:pPr algn="ctr"/>
            <a:endParaRPr lang="en-IN" sz="2800" b="1" dirty="0"/>
          </a:p>
          <a:p>
            <a:pPr algn="ctr"/>
            <a:r>
              <a:rPr lang="en-IN" sz="2400" b="1" dirty="0"/>
              <a:t>Implementation Steps</a:t>
            </a:r>
          </a:p>
          <a:p>
            <a:pPr algn="ctr"/>
            <a:endParaRPr lang="en-IN" sz="2400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/>
              <a:t>Loaded the Credit Card Fraud Detection dataset using Pandas.</a:t>
            </a:r>
          </a:p>
          <a:p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/>
              <a:t>Split the dataset into training (80%) and testing (20%) sets.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/>
              <a:t>Trained the Random Forest Classifier using Scikit-learn.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/>
              <a:t>Saved the trained model as </a:t>
            </a:r>
            <a:r>
              <a:rPr lang="en-IN" sz="1600" dirty="0" err="1"/>
              <a:t>fraud_model.pkl</a:t>
            </a:r>
            <a:r>
              <a:rPr lang="en-IN" sz="1600" dirty="0"/>
              <a:t> using </a:t>
            </a:r>
            <a:r>
              <a:rPr lang="en-IN" sz="1600" dirty="0" err="1"/>
              <a:t>Joblib</a:t>
            </a:r>
            <a:r>
              <a:rPr lang="en-IN" sz="1600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/>
              <a:t>Developed a </a:t>
            </a:r>
            <a:r>
              <a:rPr lang="en-IN" sz="1600" dirty="0" err="1"/>
              <a:t>Streamlit</a:t>
            </a:r>
            <a:r>
              <a:rPr lang="en-IN" sz="1600" dirty="0"/>
              <a:t> web applica</a:t>
            </a:r>
            <a:r>
              <a:rPr lang="en-IN" sz="1600" b="1" dirty="0"/>
              <a:t>tion</a:t>
            </a:r>
            <a:r>
              <a:rPr lang="en-IN" sz="1600" dirty="0"/>
              <a:t> for user interaction.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/>
              <a:t>Used the trained model to predict whether a transaction is </a:t>
            </a:r>
          </a:p>
          <a:p>
            <a:r>
              <a:rPr lang="en-IN" sz="1600" dirty="0"/>
              <a:t>genuine or fraudulent.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42DF1F1-74DC-D2D4-5875-5BFA79C94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5279" y="1310640"/>
            <a:ext cx="5404069" cy="520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32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0F8F88-4537-44F7-1059-055B97A6F30D}"/>
              </a:ext>
            </a:extLst>
          </p:cNvPr>
          <p:cNvSpPr txBox="1"/>
          <p:nvPr/>
        </p:nvSpPr>
        <p:spPr>
          <a:xfrm>
            <a:off x="0" y="0"/>
            <a:ext cx="5721754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Results</a:t>
            </a:r>
          </a:p>
          <a:p>
            <a:pPr algn="ctr"/>
            <a:endParaRPr lang="en-IN" sz="2800" b="1" dirty="0"/>
          </a:p>
          <a:p>
            <a:pPr algn="ctr"/>
            <a:r>
              <a:rPr lang="en-IN" sz="2400" b="1" dirty="0"/>
              <a:t>Output of the AI-Powered Financial Fraud Detection System</a:t>
            </a:r>
          </a:p>
          <a:p>
            <a:pPr algn="ctr"/>
            <a:endParaRPr lang="en-IN" sz="2400" b="1" dirty="0"/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The Random Forest model was trained successfully using the credit card transaction dataset.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The trained AI model predicts whether a transaction is </a:t>
            </a:r>
            <a:r>
              <a:rPr lang="en-IN" b="1" dirty="0"/>
              <a:t>Genuine</a:t>
            </a:r>
            <a:r>
              <a:rPr lang="en-IN" dirty="0"/>
              <a:t> or </a:t>
            </a:r>
            <a:r>
              <a:rPr lang="en-IN" b="1" dirty="0"/>
              <a:t>Fraudulent</a:t>
            </a:r>
            <a:r>
              <a:rPr lang="en-IN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The prediction is displayed instantly through the </a:t>
            </a:r>
            <a:r>
              <a:rPr lang="en-IN" dirty="0" err="1"/>
              <a:t>Streamlit</a:t>
            </a:r>
            <a:r>
              <a:rPr lang="en-IN" dirty="0"/>
              <a:t> web application.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The system demonstrates how AI can assist in detecting financial fraud efficiently.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DDB16A-42B7-5065-8A4F-F2EA3AB30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1755" y="1238491"/>
            <a:ext cx="6270368" cy="459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208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3A01969-CC0B-3883-55F2-39FA8C170765}"/>
              </a:ext>
            </a:extLst>
          </p:cNvPr>
          <p:cNvSpPr txBox="1"/>
          <p:nvPr/>
        </p:nvSpPr>
        <p:spPr>
          <a:xfrm>
            <a:off x="138896" y="393540"/>
            <a:ext cx="9676435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Conclusion &amp; Future Scope</a:t>
            </a:r>
          </a:p>
          <a:p>
            <a:endParaRPr lang="en-IN" sz="2400" b="1" dirty="0"/>
          </a:p>
          <a:p>
            <a:r>
              <a:rPr lang="en-IN" sz="2400" b="1" dirty="0"/>
              <a:t>Conclusion</a:t>
            </a:r>
          </a:p>
          <a:p>
            <a:endParaRPr lang="en-IN" sz="2400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Successfully developed an AI-powered financial fraud detection system.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Random Forest model predicts fraudulent transactions effectively.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err="1"/>
              <a:t>Streamlit</a:t>
            </a:r>
            <a:r>
              <a:rPr lang="en-IN" dirty="0"/>
              <a:t> provides an easy-to-use interface.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AI improves the speed and accuracy of fraud detection. </a:t>
            </a:r>
          </a:p>
          <a:p>
            <a:endParaRPr lang="en-IN" dirty="0"/>
          </a:p>
          <a:p>
            <a:r>
              <a:rPr lang="en-IN" sz="2400" b="1" dirty="0"/>
              <a:t>Future Scope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Real-time transaction monitoring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Deep Learning models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Cloud deployment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Mobile application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Integration with banking systems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430586-E483-7E34-4289-8BC75FED89A1}"/>
              </a:ext>
            </a:extLst>
          </p:cNvPr>
          <p:cNvSpPr txBox="1"/>
          <p:nvPr/>
        </p:nvSpPr>
        <p:spPr>
          <a:xfrm>
            <a:off x="960699" y="480351"/>
            <a:ext cx="6308203" cy="439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8490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0696F3-9E3E-CB17-06F8-DCCAA9096507}"/>
              </a:ext>
            </a:extLst>
          </p:cNvPr>
          <p:cNvSpPr txBox="1"/>
          <p:nvPr/>
        </p:nvSpPr>
        <p:spPr>
          <a:xfrm>
            <a:off x="995423" y="544010"/>
            <a:ext cx="7662440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7200" b="1" dirty="0"/>
          </a:p>
          <a:p>
            <a:pPr algn="ctr"/>
            <a:r>
              <a:rPr lang="en-IN" sz="7200" b="1" dirty="0"/>
              <a:t>THANK</a:t>
            </a:r>
          </a:p>
          <a:p>
            <a:pPr algn="ctr"/>
            <a:endParaRPr lang="en-IN" sz="7200" b="1" dirty="0"/>
          </a:p>
          <a:p>
            <a:pPr algn="ctr"/>
            <a:r>
              <a:rPr lang="en-IN" sz="7200" b="1" dirty="0"/>
              <a:t>YOU</a:t>
            </a:r>
          </a:p>
          <a:p>
            <a:pPr algn="ctr"/>
            <a:endParaRPr lang="en-IN" sz="7200" b="1" dirty="0"/>
          </a:p>
          <a:p>
            <a:pPr algn="ctr"/>
            <a:endParaRPr lang="en-IN" sz="7200" b="1" dirty="0"/>
          </a:p>
          <a:p>
            <a:pPr algn="ctr"/>
            <a:endParaRPr lang="en-IN" sz="7200" b="1" dirty="0"/>
          </a:p>
        </p:txBody>
      </p:sp>
    </p:spTree>
    <p:extLst>
      <p:ext uri="{BB962C8B-B14F-4D97-AF65-F5344CB8AC3E}">
        <p14:creationId xmlns:p14="http://schemas.microsoft.com/office/powerpoint/2010/main" val="28204667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188</TotalTime>
  <Words>577</Words>
  <Application>Microsoft Office PowerPoint</Application>
  <PresentationFormat>Widescreen</PresentationFormat>
  <Paragraphs>138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Century Gothic</vt:lpstr>
      <vt:lpstr>Wingdings</vt:lpstr>
      <vt:lpstr>Wingdings 3</vt:lpstr>
      <vt:lpstr>Ion</vt:lpstr>
      <vt:lpstr>AI-Powered Financial Fraud Detection System</vt:lpstr>
      <vt:lpstr>PowerPoint Presentation</vt:lpstr>
      <vt:lpstr>PowerPoint Presentation</vt:lpstr>
      <vt:lpstr>PowerPoint Presentation</vt:lpstr>
      <vt:lpstr>Technologies Used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Anushkaa Mishra</dc:creator>
  <cp:lastModifiedBy>Anushkaa Mishra</cp:lastModifiedBy>
  <cp:revision>1</cp:revision>
  <dcterms:created xsi:type="dcterms:W3CDTF">2026-07-18T13:28:27Z</dcterms:created>
  <dcterms:modified xsi:type="dcterms:W3CDTF">2026-07-18T16:36:56Z</dcterms:modified>
</cp:coreProperties>
</file>